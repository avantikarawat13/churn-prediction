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59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6C8EF5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DATA ANALYTICS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Telecom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ETL   •   Power BI Dashboard   •   Machine Learning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011680" cy="0"/>
          </a:xfrm>
          <a:prstGeom prst="line">
            <a:avLst/>
          </a:prstGeom>
          <a:noFill/>
          <a:ln w="31750">
            <a:solidFill>
              <a:srgbClr val="6C8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Avantika Rawat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churn-management workflow for a telecom business — from raw data to an actionable, predictive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6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validate, and clean raw customer records inside a SQL Server database with a repeatable ETL process.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6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Churn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analyzing churn across demographic, geographic, account, and service dimensions.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5F6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Churn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model to flag currently active customers who are likely to churn next.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TRACKED:   Total Customers   |   Total Churn &amp; Churn Rate   |   New Joiners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" cy="868680"/>
          </a:xfrm>
          <a:prstGeom prst="rect">
            <a:avLst/>
          </a:prstGeom>
          <a:solidFill>
            <a:srgbClr val="6C8E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ETL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46304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+ SQL Server Management Studio (SSMS)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14600"/>
            <a:ext cx="109728" cy="868680"/>
          </a:xfrm>
          <a:prstGeom prst="rect">
            <a:avLst/>
          </a:prstGeom>
          <a:solidFill>
            <a:srgbClr val="6C8EF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146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Visualization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51460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Power Query (M) + DAX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109728" cy="868680"/>
          </a:xfrm>
          <a:prstGeom prst="rect">
            <a:avLst/>
          </a:prstGeom>
          <a:solidFill>
            <a:srgbClr val="6C8E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(Jupyter Notebook) — pandas, scikit-learn, seaborn, matplotlib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617720"/>
            <a:ext cx="109728" cy="868680"/>
          </a:xfrm>
          <a:prstGeom prst="rect">
            <a:avLst/>
          </a:prstGeom>
          <a:solidFill>
            <a:srgbClr val="6C8EF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617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Algorithm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46177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customer-level export forms the foundation of the analysis. Every customer is tagged as Stayed, Churned, or Joined.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Marital Status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Info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7532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Payment Method, Monthly / Total Charges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Type, Streaming &amp; Security add-ons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663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26280" y="4983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Status, Churn Category, Churn Reason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ETL Process in SQL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14600" y="2953512"/>
            <a:ext cx="262890" cy="219456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7" name="Shape 5"/>
          <p:cNvSpPr/>
          <p:nvPr/>
        </p:nvSpPr>
        <p:spPr>
          <a:xfrm>
            <a:off x="282321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4650" y="23774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(stg_Churn)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89170" y="2953512"/>
            <a:ext cx="262890" cy="219456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0" name="Shape 8"/>
          <p:cNvSpPr/>
          <p:nvPr/>
        </p:nvSpPr>
        <p:spPr>
          <a:xfrm>
            <a:off x="509778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9220" y="23774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63740" y="2953512"/>
            <a:ext cx="262890" cy="219456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235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3790" y="23774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Load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(prod_Churn)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38310" y="2953512"/>
            <a:ext cx="262890" cy="219456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377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23774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Views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(vw_ChurnData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vw_JoinData)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is used instead of a flat file because a database engine handles recurring loads and enforces data integrity — nulls in optional service columns are replaced with meaningful defaults (e.g. "No", "None", "Others") before the clean data lands in prod_Churn.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Power BI Data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Status (0/1 flag) and Monthly Charge Range bands on prod_Churn.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mapping_AgeGrp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banded into groups (&lt; 20, 20–35, 36–50, &gt; 50) with a numeric sort key.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947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mapping_TenureGrp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banded into 5 groups (&lt; 6 to 24+ months) with a numeric sort key.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6118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7947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prod_Services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37960" y="42519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 columns unpivoted into Services / Status pairs for cross-service comparison.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Core DAX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630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COUNT(prod_Churn[Customer_ID])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630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07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CALCULATE(COUNT(prod_Churn[Customer_ID]), prod_Churn[Customer_Status] = "Joined")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630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165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SUM(prod_Churn[Churn Status])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630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Churn] / [Total Customers]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Dashboard: Summary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554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554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14173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1554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F5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3200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Gender · Customers &amp; churn rate by Age Group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6060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F5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Info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Payment Method &amp; Contract · Tenure Group breakdown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6060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F5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75320" y="3200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churn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F5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365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Distribution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 by Churn Category, with Churn Reason on tooltip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572000"/>
            <a:ext cx="7269480" cy="1737360"/>
          </a:xfrm>
          <a:prstGeom prst="roundRect">
            <a:avLst>
              <a:gd name="adj" fmla="val 3684"/>
            </a:avLst>
          </a:prstGeom>
          <a:solidFill>
            <a:srgbClr val="F5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736592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26280" y="5166360"/>
            <a:ext cx="6812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Internet Type and each individual 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Predicting Future Churn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— an ensemble of decision trees trained on random subsets of rows and features, combined by majority vote — is trained on historical, labeled customers (Stayed / Churned) and then applied to customers who are currently active (Joined) to flag those most likely to churn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labeled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2032" y="3259836"/>
            <a:ext cx="228600" cy="201168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8" name="Shape 6"/>
          <p:cNvSpPr/>
          <p:nvPr/>
        </p:nvSpPr>
        <p:spPr>
          <a:xfrm>
            <a:off x="2816352" y="260604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6060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9744" y="3259836"/>
            <a:ext cx="228600" cy="201168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1" name="Shape 9"/>
          <p:cNvSpPr/>
          <p:nvPr/>
        </p:nvSpPr>
        <p:spPr>
          <a:xfrm>
            <a:off x="5084064" y="260604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6060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 / 20)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77456" y="3259836"/>
            <a:ext cx="228600" cy="201168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51776" y="260604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5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26060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Random Forest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trees)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45168" y="3259836"/>
            <a:ext cx="228600" cy="201168"/>
          </a:xfrm>
          <a:prstGeom prst="rightArrow">
            <a:avLst/>
          </a:prstGeom>
          <a:solidFill>
            <a:srgbClr val="6C8E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9488" y="260604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26060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also plotted, showing which factors (e.g. contract type, tenure, monthly charge) most influence the model's churn prediction.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Visualizing Predicted Churners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for active customers are exported and reloaded into Power BI, giving the retention team a working list of at-risk customers to act on before they leave.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Grid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Monthly Charge, Total Revenue, Total Refunds, Number of Referrals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count by Gender, Age Group, Marital Status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&amp; Geography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2104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count by Payment Method, Contract, Tenure Group, and State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C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Churn-Management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anchors a clean, auditable ETL process. Power BI turns that data into an interactive, multi-dimensional view of who is churning and why. A Random Forest model closes the loop by predicting who is likely to churn next — before it happens.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6C8E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SQL Server ETL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62272"/>
            <a:ext cx="109728" cy="109728"/>
          </a:xfrm>
          <a:prstGeom prst="ellipse">
            <a:avLst/>
          </a:prstGeom>
          <a:solidFill>
            <a:srgbClr val="6C8E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Power BI dashboard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919472"/>
            <a:ext cx="109728" cy="109728"/>
          </a:xfrm>
          <a:prstGeom prst="ellipse">
            <a:avLst/>
          </a:prstGeom>
          <a:solidFill>
            <a:srgbClr val="6C8E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churn prediction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376672"/>
            <a:ext cx="109728" cy="109728"/>
          </a:xfrm>
          <a:prstGeom prst="ellipse">
            <a:avLst/>
          </a:prstGeom>
          <a:solidFill>
            <a:srgbClr val="6C8EF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exportable at-risk customer list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2026-07-12T16:23:23Z</dcterms:created>
  <dcterms:modified xsi:type="dcterms:W3CDTF">2026-07-12T16:30:20Z</dcterms:modified>
</cp:coreProperties>
</file>